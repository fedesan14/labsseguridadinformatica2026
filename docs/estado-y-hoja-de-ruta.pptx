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de reencuadre. Objetivo: que vean el mapa completo, dónde están parados, qué deben y cuándo. Honesto pero motivador.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la filosofía: manual (05-08) antes que agentes (09). No se dirige un agente que hace lo que no sabés hacer.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para humillar: es para que vean el gap y reaccionen. Decir claro que el bloque 2 exige el bloque 1 cerrado.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de deuda. Enfatizar que 01-04 hay que cerrarlos aunque la clase avance — tienen fecha límite (slide siguiente).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slide. Dos hitos que tienen que quedar grabados: 06/11 límite para cerrar 01-04, y 04/12 entrega del final. 07 y 08 van en 2 clases c/u por ser los más pesados.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clarísimo: no es 'primero termino lo viejo y después empiezo'. Es en paralelo. 06/11 es la fecha dura de los atrasados.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Práctico. Si no tienen upstream, el comando para agregarlo está en NOVEDADES.md y CONTRIBUTING.md.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energía. Repetir los dos hitos: 06/11 atrasados, 04/12 final. Dale que ahora empieza lo bueno.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9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8229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CYBERLAB UTN FRVM · ESTADO DEL CURSO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1105783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estamos?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falta?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66928" y="39319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y fechas para llegar bien al final.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46634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Viernes 09/10/2026</a:t>
            </a:r>
            <a:pPr indent="0" marL="0">
              <a:buNone/>
            </a:pPr>
            <a:r>
              <a:rPr lang="en-US" sz="16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arranca el Bloque 2: ofensiva a mano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45375" y="6355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Ing. Fernando Boiero · UTN FRVM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RECORRIDO COMPLETO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bloques · 11 labs + final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2558720" cy="2834640"/>
          </a:xfrm>
          <a:prstGeom prst="roundRect">
            <a:avLst>
              <a:gd name="adj" fmla="val 3216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286000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 · FUNDAMENTOS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2880360"/>
            <a:ext cx="219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01 02 03 04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3611880"/>
            <a:ext cx="219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99968" y="2103120"/>
            <a:ext cx="2558720" cy="2834640"/>
          </a:xfrm>
          <a:prstGeom prst="roundRect">
            <a:avLst>
              <a:gd name="adj" fmla="val 3216"/>
            </a:avLst>
          </a:prstGeom>
          <a:solidFill>
            <a:srgbClr val="111A22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2848" y="2286000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 · OFENSIVA A MANO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82848" y="2880360"/>
            <a:ext cx="219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05 06 07 08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82848" y="3611880"/>
            <a:ext cx="219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acá vamos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82848" y="4526280"/>
            <a:ext cx="219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◀ HOY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3008" y="2103120"/>
            <a:ext cx="2558720" cy="2834640"/>
          </a:xfrm>
          <a:prstGeom prst="roundRect">
            <a:avLst>
              <a:gd name="adj" fmla="val 3216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5888" y="2286000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 · AGENTES + DEFENSA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15888" y="2880360"/>
            <a:ext cx="219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09 10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15888" y="3611880"/>
            <a:ext cx="219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+ Blue/Red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66047" y="2103120"/>
            <a:ext cx="2558720" cy="2834640"/>
          </a:xfrm>
          <a:prstGeom prst="roundRect">
            <a:avLst>
              <a:gd name="adj" fmla="val 3216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48927" y="2286000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B4 · INTEGRACIÓN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48927" y="2880360"/>
            <a:ext cx="219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+ Final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248927" y="3611880"/>
            <a:ext cx="219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forensia + engagement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solo hilo: la auditoría de PhantomCorp S.A. atraviesa todo el bloque ofensivo.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FOTO, SIN MAQUILLAJE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 de verdad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5300320" cy="3383280"/>
          </a:xfrm>
          <a:prstGeom prst="roundRect">
            <a:avLst>
              <a:gd name="adj" fmla="val 2432"/>
            </a:avLst>
          </a:prstGeom>
          <a:solidFill>
            <a:srgbClr val="111A22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148840"/>
            <a:ext cx="475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CLASE vimos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2606040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completo (labs 01-04)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3081528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Fundamentos: CIA, hashing, cripto,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3557016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y gestión de riesgo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4032504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arrancamos recon + enum (05-06)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24448" y="1920240"/>
            <a:ext cx="5300320" cy="3383280"/>
          </a:xfrm>
          <a:prstGeom prst="roundRect">
            <a:avLst>
              <a:gd name="adj" fmla="val 2432"/>
            </a:avLst>
          </a:prstGeom>
          <a:solidFill>
            <a:srgbClr val="14110D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98768" y="2148840"/>
            <a:ext cx="475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PERO en ENTREGAS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98768" y="2606040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El grueso entregó hasta lab 01-02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98768" y="3081528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Hace ~3 semanas que no entra nada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98768" y="3557016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Hay una deuda que cerrar YA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98768" y="4032504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La clase corre; la entrega quedó atrás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553212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buena: nada está perdido. La exigente: es AHORA. Lo que viene se para sobre lo que ya debíamos tener cerrado.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QUEDA POR DELANTE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falta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11057839" cy="777240"/>
          </a:xfrm>
          <a:prstGeom prst="roundRect">
            <a:avLst>
              <a:gd name="adj" fmla="val 10588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103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código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50208" y="21031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✓   02 ✓   03 ✓   04 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99248" y="2103120"/>
            <a:ext cx="37426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visto en clase — falta CERRAR entregas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926080"/>
            <a:ext cx="11057839" cy="777240"/>
          </a:xfrm>
          <a:prstGeom prst="roundRect">
            <a:avLst>
              <a:gd name="adj" fmla="val 10588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3017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ofensiva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50208" y="3017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06 (HOY)   07   08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99248" y="3017520"/>
            <a:ext cx="37426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recon, enum, explotación, post-expl.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40480"/>
            <a:ext cx="11057839" cy="777240"/>
          </a:xfrm>
          <a:prstGeom prst="roundRect">
            <a:avLst>
              <a:gd name="adj" fmla="val 10588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39319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agentes+def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50208" y="3931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09   10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99248" y="3931920"/>
            <a:ext cx="37426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de IA + detección/evasión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754880"/>
            <a:ext cx="11057839" cy="777240"/>
          </a:xfrm>
          <a:prstGeom prst="roundRect">
            <a:avLst>
              <a:gd name="adj" fmla="val 10588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4846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19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integración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50208" y="4846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 +   FINAL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99248" y="4846320"/>
            <a:ext cx="37426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forensia + engagement completo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 flags enganchan; el informe es lo que evalúa la rúbrica. Entrega por fork + PR, grupos de 4-5.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HOJA DE RUTA · VIERNES 18:30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calendario hasta el final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57839" cy="402336"/>
          </a:xfrm>
          <a:prstGeom prst="roundRect">
            <a:avLst>
              <a:gd name="adj" fmla="val 20455"/>
            </a:avLst>
          </a:prstGeom>
          <a:solidFill>
            <a:srgbClr val="10241C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78308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09/10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01368" y="1938528"/>
            <a:ext cx="91440" cy="91440"/>
          </a:xfrm>
          <a:prstGeom prst="ellipse">
            <a:avLst/>
          </a:prstGeom>
          <a:solidFill>
            <a:srgbClr val="39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75688" y="1783080"/>
            <a:ext cx="73545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 + 06 — Reconocimiento + Enumeración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13087" y="17830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" y="225856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16/10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01368" y="2414016"/>
            <a:ext cx="91440" cy="91440"/>
          </a:xfrm>
          <a:prstGeom prst="ellipse">
            <a:avLst/>
          </a:prstGeom>
          <a:solidFill>
            <a:srgbClr val="CDD8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75688" y="2258568"/>
            <a:ext cx="73545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 — Explotación · parte 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4088" y="2734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23/10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01368" y="2889504"/>
            <a:ext cx="91440" cy="91440"/>
          </a:xfrm>
          <a:prstGeom prst="ellipse">
            <a:avLst/>
          </a:prstGeom>
          <a:solidFill>
            <a:srgbClr val="CDD8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75688" y="2734056"/>
            <a:ext cx="73545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 — Explotación · parte 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320954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30/10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801368" y="3364992"/>
            <a:ext cx="91440" cy="91440"/>
          </a:xfrm>
          <a:prstGeom prst="ellipse">
            <a:avLst/>
          </a:prstGeom>
          <a:solidFill>
            <a:srgbClr val="CDD8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75688" y="3209544"/>
            <a:ext cx="73545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 — Post-explotación · parte 1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68503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06/11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801368" y="3840480"/>
            <a:ext cx="91440" cy="9144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75688" y="3685032"/>
            <a:ext cx="73545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 — Post-explotación · parte 2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613087" y="3721608"/>
            <a:ext cx="2011680" cy="329184"/>
          </a:xfrm>
          <a:prstGeom prst="roundRect">
            <a:avLst>
              <a:gd name="adj" fmla="val 11111"/>
            </a:avLst>
          </a:prstGeom>
          <a:solidFill>
            <a:srgbClr val="14110D"/>
          </a:solidFill>
          <a:ln w="9525">
            <a:solidFill>
              <a:srgbClr val="F0B4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13087" y="37216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LÍMITE 01-04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" y="41605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13/11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801368" y="4315968"/>
            <a:ext cx="91440" cy="91440"/>
          </a:xfrm>
          <a:prstGeom prst="ellipse">
            <a:avLst/>
          </a:prstGeom>
          <a:solidFill>
            <a:srgbClr val="CDD8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75688" y="4160520"/>
            <a:ext cx="73545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09 — Agentes de pentest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04088" y="46360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20/11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801368" y="4791456"/>
            <a:ext cx="91440" cy="91440"/>
          </a:xfrm>
          <a:prstGeom prst="ellipse">
            <a:avLst/>
          </a:prstGeom>
          <a:solidFill>
            <a:srgbClr val="CDD8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75688" y="4636008"/>
            <a:ext cx="73545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10 — Detección / Evasión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04088" y="51114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27/11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801368" y="5266944"/>
            <a:ext cx="91440" cy="91440"/>
          </a:xfrm>
          <a:prstGeom prst="ellipse">
            <a:avLst/>
          </a:prstGeom>
          <a:solidFill>
            <a:srgbClr val="CDD8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75688" y="5111496"/>
            <a:ext cx="73545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11 — Forensia (DFIR)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04088" y="558698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04/12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801368" y="5742432"/>
            <a:ext cx="91440" cy="91440"/>
          </a:xfrm>
          <a:prstGeom prst="ellipse">
            <a:avLst/>
          </a:prstGeom>
          <a:solidFill>
            <a:srgbClr val="B19C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75688" y="5586984"/>
            <a:ext cx="73545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Práctico FINAL — engagement + informe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9613087" y="5623560"/>
            <a:ext cx="2011680" cy="329184"/>
          </a:xfrm>
          <a:prstGeom prst="roundRect">
            <a:avLst>
              <a:gd name="adj" fmla="val 11111"/>
            </a:avLst>
          </a:prstGeom>
          <a:solidFill>
            <a:srgbClr val="14110D"/>
          </a:solidFill>
          <a:ln w="9525">
            <a:solidFill>
              <a:srgbClr val="B19C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13087" y="56235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Ritmo holgado: los labs 07 y 08 (los más duros) se llevan dos clases. Fechas sujetas a feriados/paros.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TENÉS QUE HACER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dos tareas, en paralelo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5300320" cy="3200400"/>
          </a:xfrm>
          <a:prstGeom prst="roundRect">
            <a:avLst>
              <a:gd name="adj" fmla="val 2571"/>
            </a:avLst>
          </a:prstGeom>
          <a:solidFill>
            <a:srgbClr val="14110D"/>
          </a:solidFill>
          <a:ln w="12700">
            <a:solidFill>
              <a:srgbClr val="E064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240280"/>
            <a:ext cx="475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0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PONERTE AL DÍA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697480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Cerrá los labs 01-04.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3246120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Son la base de todo lo que viene.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3703320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Fecha límite: viernes 06/11.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1248" y="4160520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Después de esa fecha, baja de la nota.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41248" y="4617720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El diagnóstico te dice qué tema repasar.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24448" y="2011680"/>
            <a:ext cx="5300320" cy="3200400"/>
          </a:xfrm>
          <a:prstGeom prst="roundRect">
            <a:avLst>
              <a:gd name="adj" fmla="val 2571"/>
            </a:avLst>
          </a:prstGeom>
          <a:solidFill>
            <a:srgbClr val="10241C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98768" y="2240280"/>
            <a:ext cx="475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SEGUIR EL RITMO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98768" y="2697480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Arrancá recon + enum HOY.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98768" y="3246120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Lab 05 completo + Lab 06 arrancado.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98768" y="3703320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Corré el diagnóstico de clase primero.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98768" y="4160520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Un lab nuevo cada semana (ver fechas).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98768" y="4617720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No dejes que se te amontone al final.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6928" y="548640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las dos a la vez. El que se queda esperando a cerrar lo viejo para empezar lo nuevo, llega tarde a los dos.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HERRAMIENTAS PARA NO PERDERTE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comandos y estás al día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11057839" cy="1005840"/>
          </a:xfrm>
          <a:prstGeom prst="roundRect">
            <a:avLst>
              <a:gd name="adj" fmla="val 8182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1945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81328" y="2148840"/>
            <a:ext cx="9869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Sincronizá tu fork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81328" y="2514600"/>
            <a:ext cx="6583680" cy="365760"/>
          </a:xfrm>
          <a:prstGeom prst="roundRect">
            <a:avLst>
              <a:gd name="adj" fmla="val 10000"/>
            </a:avLst>
          </a:prstGeom>
          <a:solidFill>
            <a:srgbClr val="080C10"/>
          </a:solidFill>
          <a:ln w="9525">
            <a:solidFill>
              <a:srgbClr val="2C40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18488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fetch upstream &amp;&amp; git merge upstream/main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47888" y="2514600"/>
            <a:ext cx="3193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traé la clase de hoy y el diagnóstico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200400"/>
            <a:ext cx="11057839" cy="1005840"/>
          </a:xfrm>
          <a:prstGeom prst="roundRect">
            <a:avLst>
              <a:gd name="adj" fmla="val 8182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383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81328" y="3337560"/>
            <a:ext cx="9869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Medí dónde estás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81328" y="3703320"/>
            <a:ext cx="6583680" cy="365760"/>
          </a:xfrm>
          <a:prstGeom prst="roundRect">
            <a:avLst>
              <a:gd name="adj" fmla="val 10000"/>
            </a:avLst>
          </a:prstGeom>
          <a:solidFill>
            <a:srgbClr val="080C10"/>
          </a:solidFill>
          <a:ln w="9525">
            <a:solidFill>
              <a:srgbClr val="2C40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18488" y="3703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bin/diagnostico.py mi-diagnostico.txt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47888" y="3703320"/>
            <a:ext cx="3193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min: te dice si estás listo o te falta base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389120"/>
            <a:ext cx="11057839" cy="1005840"/>
          </a:xfrm>
          <a:prstGeom prst="roundRect">
            <a:avLst>
              <a:gd name="adj" fmla="val 8182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45720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81328" y="4526280"/>
            <a:ext cx="9869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Mirá tu progreso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81328" y="4892040"/>
            <a:ext cx="6583680" cy="365760"/>
          </a:xfrm>
          <a:prstGeom prst="roundRect">
            <a:avLst>
              <a:gd name="adj" fmla="val 10000"/>
            </a:avLst>
          </a:prstGeom>
          <a:solidFill>
            <a:srgbClr val="080C10"/>
          </a:solidFill>
          <a:ln w="9525">
            <a:solidFill>
              <a:srgbClr val="2C40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18488" y="4892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./ctf status 05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47888" y="4892040"/>
            <a:ext cx="3193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flags llevás y qué te falta en cada lab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¿Dudas? Un Issue en el repo. Es público y la respuesta le sirve a todo el curso.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9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1887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AFLOJEN AHORA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1105783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viene es lo que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viniste a aprender.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3931920"/>
            <a:ext cx="7857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Recon, explotación, agentes, forensia. Todo sobre la base que ya tienen. Pónganse al día y no suelten el ritmo.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9436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github.com/fboiero/LabsSeguridadInformatica2026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50292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Próximo hito:  </a:t>
            </a:r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06/11 — labs 01-04 cerrados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Hoy: diagnóstico + recon + enumeración. La próxima quiero el lab 05 cerrado.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CyberLab UTN FRVM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Estado del curso + hoja de ruta</dc:title>
  <dc:subject>PptxGenJS Presentation</dc:subject>
  <dc:creator>Ing. Fernando Boiero</dc:creator>
  <cp:lastModifiedBy>Ing. Fernando Boiero</cp:lastModifiedBy>
  <cp:revision>1</cp:revision>
  <dcterms:created xsi:type="dcterms:W3CDTF">2026-10-09T15:18:18Z</dcterms:created>
  <dcterms:modified xsi:type="dcterms:W3CDTF">2026-10-09T15:18:18Z</dcterms:modified>
</cp:coreProperties>
</file>